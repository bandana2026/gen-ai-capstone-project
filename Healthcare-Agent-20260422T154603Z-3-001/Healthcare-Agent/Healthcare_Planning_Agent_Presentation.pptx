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4006"/>
            <a:ext cx="8229600" cy="1143000"/>
          </a:xfrm>
        </p:spPr>
        <p:txBody>
          <a:bodyPr/>
          <a:lstStyle/>
          <a:p>
            <a:r>
              <a:t>Healthcare Planning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09568"/>
            <a:ext cx="8229600" cy="4525963"/>
          </a:xfrm>
        </p:spPr>
        <p:txBody>
          <a:bodyPr/>
          <a:lstStyle/>
          <a:p>
            <a:r>
              <a:t>Bandana S</a:t>
            </a:r>
          </a:p>
          <a:p>
            <a:r>
              <a:t>2026</a:t>
            </a:r>
          </a:p>
          <a:p>
            <a:r>
              <a:t>Agent-Based Healthcare Automation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80"/>
            <a:ext cx="8229600" cy="1143000"/>
          </a:xfrm>
        </p:spPr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0742"/>
            <a:ext cx="8229600" cy="4525963"/>
          </a:xfrm>
        </p:spPr>
        <p:txBody>
          <a:bodyPr/>
          <a:lstStyle/>
          <a:p>
            <a:r>
              <a:t>Modular agent-based healthcare assistant</a:t>
            </a:r>
          </a:p>
          <a:p>
            <a:r>
              <a:t>Automates planning and execution</a:t>
            </a:r>
          </a:p>
          <a:p>
            <a:r>
              <a:t>Demonstrates structured workflow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0437"/>
            <a:ext cx="8229600" cy="1143000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85999"/>
            <a:ext cx="8229600" cy="4525963"/>
          </a:xfrm>
        </p:spPr>
        <p:txBody>
          <a:bodyPr/>
          <a:lstStyle/>
          <a:p>
            <a:r>
              <a:t>Manual healthcare task management is complex</a:t>
            </a:r>
          </a:p>
          <a:p>
            <a:r>
              <a:t>Need structured automation</a:t>
            </a:r>
          </a:p>
          <a:p>
            <a:r>
              <a:t>Assist patients with appointment &amp; treatment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6586"/>
            <a:ext cx="8229600" cy="1143000"/>
          </a:xfrm>
        </p:spPr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2148"/>
            <a:ext cx="8229600" cy="4525963"/>
          </a:xfrm>
        </p:spPr>
        <p:txBody>
          <a:bodyPr/>
          <a:lstStyle/>
          <a:p>
            <a:r>
              <a:t>User Input</a:t>
            </a:r>
          </a:p>
          <a:p>
            <a:r>
              <a:t>↓</a:t>
            </a:r>
          </a:p>
          <a:p>
            <a:r>
              <a:t>Planner Agent</a:t>
            </a:r>
          </a:p>
          <a:p>
            <a:r>
              <a:t>↓</a:t>
            </a:r>
          </a:p>
          <a:p>
            <a:r>
              <a:t>Executor</a:t>
            </a:r>
          </a:p>
          <a:p>
            <a:r>
              <a:t>↓</a:t>
            </a:r>
          </a:p>
          <a:p>
            <a:r>
              <a:t>Healthcare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2328"/>
            <a:ext cx="8229600" cy="1143000"/>
          </a:xfrm>
        </p:spPr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07890"/>
            <a:ext cx="8229600" cy="4525963"/>
          </a:xfrm>
        </p:spPr>
        <p:txBody>
          <a:bodyPr/>
          <a:lstStyle/>
          <a:p>
            <a:r>
              <a:t>Python 3.10+</a:t>
            </a:r>
          </a:p>
          <a:p>
            <a:r>
              <a:t>Modular Architecture</a:t>
            </a:r>
          </a:p>
          <a:p>
            <a:r>
              <a:t>Agent Workflow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74173"/>
            <a:ext cx="8229600" cy="1143000"/>
          </a:xfrm>
        </p:spPr>
        <p:txBody>
          <a:bodyPr/>
          <a:lstStyle/>
          <a:p>
            <a:r>
              <a:t>Live 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9735"/>
            <a:ext cx="8229600" cy="4525963"/>
          </a:xfrm>
        </p:spPr>
        <p:txBody>
          <a:bodyPr/>
          <a:lstStyle/>
          <a:p>
            <a:r>
              <a:t>Run: python app.py</a:t>
            </a:r>
          </a:p>
          <a:p>
            <a:r>
              <a:t>Enter medical request</a:t>
            </a:r>
          </a:p>
          <a:p>
            <a:r>
              <a:t>Planner generates tasks</a:t>
            </a:r>
          </a:p>
          <a:p>
            <a:r>
              <a:t>Executor runs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690" y="1389934"/>
            <a:ext cx="8229600" cy="1143000"/>
          </a:xfrm>
        </p:spPr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2715496"/>
            <a:ext cx="8229600" cy="4525963"/>
          </a:xfrm>
        </p:spPr>
        <p:txBody>
          <a:bodyPr/>
          <a:lstStyle/>
          <a:p>
            <a:r>
              <a:t>Real API integration</a:t>
            </a:r>
          </a:p>
          <a:p>
            <a:r>
              <a:t>Memory tracking</a:t>
            </a:r>
          </a:p>
          <a:p>
            <a:r>
              <a:t>RAG integration</a:t>
            </a:r>
          </a:p>
          <a:p>
            <a:r>
              <a:t>Web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Healthcare Planning Agent</vt:lpstr>
      <vt:lpstr>Project Overview</vt:lpstr>
      <vt:lpstr>Problem Statement</vt:lpstr>
      <vt:lpstr>Architecture</vt:lpstr>
      <vt:lpstr>Technologies Used</vt:lpstr>
      <vt:lpstr>Live Demonstration Flow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Nagarjuna Vidyaniketan</cp:lastModifiedBy>
  <cp:revision>2</cp:revision>
  <dcterms:created xsi:type="dcterms:W3CDTF">2013-01-27T09:14:16Z</dcterms:created>
  <dcterms:modified xsi:type="dcterms:W3CDTF">2026-02-14T17:56:18Z</dcterms:modified>
  <cp:category/>
</cp:coreProperties>
</file>
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874" y="6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2/15/2026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2/15/2026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6468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2/15/2026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1371600" y="2286000"/>
            <a:ext cx="64008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000" b="1">
                <a:solidFill>
                  <a:srgbClr val="FFFFFF"/>
                </a:solidFill>
              </a:defRPr>
            </a:pPr>
            <a:r>
              <a:t>Executive Business Intelligence Report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57229" y="3474720"/>
            <a:ext cx="7229543" cy="5232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</a:defRPr>
            </a:pPr>
            <a:r>
              <a:rPr sz="2800" dirty="0"/>
              <a:t>AI-Driven Insights &amp; Strategic Recommendations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217920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i="1"/>
            </a:pPr>
            <a:r>
              <a:rPr dirty="0"/>
              <a:t>Enabling AI-Powered Business Intelligence for Organizations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914400" y="1371600"/>
            <a:ext cx="7315200" cy="403187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/>
            </a:pPr>
            <a:endParaRPr sz="3200" dirty="0">
              <a:solidFill>
                <a:schemeClr val="bg1"/>
              </a:solidFill>
            </a:endParaRPr>
          </a:p>
          <a:p>
            <a:r>
              <a:rPr sz="3200" dirty="0">
                <a:solidFill>
                  <a:schemeClr val="bg1"/>
                </a:solidFill>
              </a:rPr>
              <a:t>• Total Records Analyzed: 2,500</a:t>
            </a:r>
          </a:p>
          <a:p>
            <a:r>
              <a:rPr sz="3200" dirty="0">
                <a:solidFill>
                  <a:schemeClr val="bg1"/>
                </a:solidFill>
              </a:rPr>
              <a:t>• Average Sales: 553.29</a:t>
            </a:r>
          </a:p>
          <a:p>
            <a:r>
              <a:rPr sz="3200" dirty="0">
                <a:solidFill>
                  <a:schemeClr val="bg1"/>
                </a:solidFill>
              </a:rPr>
              <a:t>• Median Sales: 552.50</a:t>
            </a:r>
          </a:p>
          <a:p>
            <a:r>
              <a:rPr sz="3200" dirty="0">
                <a:solidFill>
                  <a:schemeClr val="bg1"/>
                </a:solidFill>
              </a:rPr>
              <a:t>• Sales Standard Deviation: 260.10</a:t>
            </a:r>
          </a:p>
          <a:p>
            <a:r>
              <a:rPr sz="3200" dirty="0">
                <a:solidFill>
                  <a:schemeClr val="bg1"/>
                </a:solidFill>
              </a:rPr>
              <a:t>• Average Customer Age: 43.33 years</a:t>
            </a:r>
          </a:p>
          <a:p>
            <a:r>
              <a:rPr sz="3200" dirty="0">
                <a:solidFill>
                  <a:schemeClr val="bg1"/>
                </a:solidFill>
              </a:rPr>
              <a:t>• Average Customer Satisfaction: 3.03 / 5</a:t>
            </a:r>
          </a:p>
          <a:p>
            <a:endParaRPr sz="3200" dirty="0">
              <a:solidFill>
                <a:schemeClr val="bg1"/>
              </a:solidFill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457200" y="6217920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i="1"/>
            </a:pPr>
            <a:r>
              <a:t>Enabling AI-Powered Business Intelligence for Organizations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914400" y="1371600"/>
            <a:ext cx="7315200" cy="45243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/>
            </a:pPr>
            <a:endParaRPr sz="3200" dirty="0">
              <a:solidFill>
                <a:schemeClr val="bg1"/>
              </a:solidFill>
            </a:endParaRPr>
          </a:p>
          <a:p>
            <a:r>
              <a:rPr sz="3200" dirty="0">
                <a:solidFill>
                  <a:schemeClr val="bg1"/>
                </a:solidFill>
              </a:rPr>
              <a:t>• Top Revenue Age Group: Young Segment</a:t>
            </a:r>
          </a:p>
          <a:p>
            <a:r>
              <a:rPr sz="3200" dirty="0">
                <a:solidFill>
                  <a:schemeClr val="bg1"/>
                </a:solidFill>
              </a:rPr>
              <a:t>• Revenue evenly distributed across age groups</a:t>
            </a:r>
          </a:p>
          <a:p>
            <a:r>
              <a:rPr sz="3200" dirty="0">
                <a:solidFill>
                  <a:schemeClr val="bg1"/>
                </a:solidFill>
              </a:rPr>
              <a:t>• High variability indicates strong upselling potential</a:t>
            </a:r>
          </a:p>
          <a:p>
            <a:r>
              <a:rPr sz="3200" dirty="0">
                <a:solidFill>
                  <a:schemeClr val="bg1"/>
                </a:solidFill>
              </a:rPr>
              <a:t>• No strong correlation between satisfaction and sales</a:t>
            </a:r>
          </a:p>
          <a:p>
            <a:endParaRPr sz="3200" dirty="0">
              <a:solidFill>
                <a:schemeClr val="bg1"/>
              </a:solidFill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457200" y="6217920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i="1"/>
            </a:pPr>
            <a:r>
              <a:t>Enabling AI-Powered Business Intelligence for Organizations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914400" y="1371600"/>
            <a:ext cx="7315200" cy="45243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/>
            </a:pPr>
            <a:endParaRPr sz="3200" dirty="0">
              <a:solidFill>
                <a:schemeClr val="bg1"/>
              </a:solidFill>
            </a:endParaRPr>
          </a:p>
          <a:p>
            <a:r>
              <a:rPr sz="3200" dirty="0">
                <a:solidFill>
                  <a:schemeClr val="bg1"/>
                </a:solidFill>
              </a:rPr>
              <a:t>• Customer satisfaction average is moderate (3.03)</a:t>
            </a:r>
          </a:p>
          <a:p>
            <a:r>
              <a:rPr sz="3200" dirty="0">
                <a:solidFill>
                  <a:schemeClr val="bg1"/>
                </a:solidFill>
              </a:rPr>
              <a:t>• Sales volatility suggests inconsistent revenue performance</a:t>
            </a:r>
          </a:p>
          <a:p>
            <a:r>
              <a:rPr sz="3200" dirty="0">
                <a:solidFill>
                  <a:schemeClr val="bg1"/>
                </a:solidFill>
              </a:rPr>
              <a:t>• Lack of strong satisfaction-sales linkage</a:t>
            </a:r>
          </a:p>
          <a:p>
            <a:r>
              <a:rPr sz="3200" dirty="0">
                <a:solidFill>
                  <a:schemeClr val="bg1"/>
                </a:solidFill>
              </a:rPr>
              <a:t>• Potential churn risk if experience not improved</a:t>
            </a:r>
          </a:p>
          <a:p>
            <a:endParaRPr sz="3200" dirty="0">
              <a:solidFill>
                <a:schemeClr val="bg1"/>
              </a:solidFill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457200" y="6217920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i="1"/>
            </a:pPr>
            <a:r>
              <a:t>Enabling AI-Powered Business Intelligence for Organizations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993058" y="663678"/>
            <a:ext cx="7315200" cy="50167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/>
            </a:pPr>
            <a:endParaRPr sz="3200" dirty="0">
              <a:solidFill>
                <a:schemeClr val="bg1"/>
              </a:solidFill>
            </a:endParaRPr>
          </a:p>
          <a:p>
            <a:r>
              <a:rPr sz="3200" dirty="0">
                <a:solidFill>
                  <a:schemeClr val="bg1"/>
                </a:solidFill>
              </a:rPr>
              <a:t>1️⃣ Improve customer experience through service enhancement.</a:t>
            </a:r>
          </a:p>
          <a:p>
            <a:r>
              <a:rPr sz="3200" dirty="0">
                <a:solidFill>
                  <a:schemeClr val="bg1"/>
                </a:solidFill>
              </a:rPr>
              <a:t>2️⃣ Focus marketing campaigns on high-performing young segment.</a:t>
            </a:r>
          </a:p>
          <a:p>
            <a:r>
              <a:rPr sz="3200" dirty="0">
                <a:solidFill>
                  <a:schemeClr val="bg1"/>
                </a:solidFill>
              </a:rPr>
              <a:t>3️⃣ Introduce loyalty programs to increase retention.</a:t>
            </a:r>
          </a:p>
          <a:p>
            <a:r>
              <a:rPr sz="3200" dirty="0">
                <a:solidFill>
                  <a:schemeClr val="bg1"/>
                </a:solidFill>
              </a:rPr>
              <a:t>4️⃣ Use predictive analytics for demand forecasting.</a:t>
            </a:r>
          </a:p>
          <a:p>
            <a:endParaRPr sz="3200" dirty="0">
              <a:solidFill>
                <a:schemeClr val="bg1"/>
              </a:solidFill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457200" y="6217920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i="1"/>
            </a:pPr>
            <a:r>
              <a:t>Enabling AI-Powered Business Intelligence for Organizations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169</Words>
  <Application>Microsoft Office PowerPoint</Application>
  <PresentationFormat>On-screen Show (4:3)</PresentationFormat>
  <Paragraphs>29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Nagarjuna Vidyaniketan</cp:lastModifiedBy>
  <cp:revision>2</cp:revision>
  <dcterms:created xsi:type="dcterms:W3CDTF">2013-01-27T09:14:16Z</dcterms:created>
  <dcterms:modified xsi:type="dcterms:W3CDTF">2026-02-15T13:22:09Z</dcterms:modified>
  <cp:category/>
</cp:coreProperties>
</file>
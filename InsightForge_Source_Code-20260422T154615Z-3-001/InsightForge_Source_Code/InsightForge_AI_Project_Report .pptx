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858" y="1700315"/>
            <a:ext cx="8229600" cy="1143000"/>
          </a:xfrm>
        </p:spPr>
        <p:txBody>
          <a:bodyPr>
            <a:normAutofit fontScale="90000"/>
          </a:bodyPr>
          <a:lstStyle/>
          <a:p>
            <a:r>
              <a:t>Enabling AI-Powered Business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858" y="3025878"/>
            <a:ext cx="8229600" cy="1310148"/>
          </a:xfrm>
        </p:spPr>
        <p:txBody>
          <a:bodyPr/>
          <a:lstStyle/>
          <a:p>
            <a:r>
              <a:rPr dirty="0" err="1"/>
              <a:t>InsightForge</a:t>
            </a:r>
            <a:r>
              <a:rPr dirty="0"/>
              <a:t> AI</a:t>
            </a:r>
          </a:p>
          <a:p>
            <a:r>
              <a:rPr dirty="0"/>
              <a:t>Pro Business Mode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46122"/>
            <a:ext cx="8229600" cy="1143000"/>
          </a:xfrm>
        </p:spPr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71684"/>
            <a:ext cx="8229600" cy="4525963"/>
          </a:xfrm>
        </p:spPr>
        <p:txBody>
          <a:bodyPr/>
          <a:lstStyle/>
          <a:p>
            <a:r>
              <a:t>Organizations lack structured AI-driven business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75618"/>
            <a:ext cx="8229600" cy="1143000"/>
          </a:xfrm>
        </p:spPr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01180"/>
            <a:ext cx="8229600" cy="4525963"/>
          </a:xfrm>
        </p:spPr>
        <p:txBody>
          <a:bodyPr/>
          <a:lstStyle/>
          <a:p>
            <a:r>
              <a:t>Role-based AI assistant delivering analytical responses.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24780"/>
            <a:ext cx="8229600" cy="1143000"/>
          </a:xfrm>
        </p:spPr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50342"/>
            <a:ext cx="8229600" cy="4525963"/>
          </a:xfrm>
        </p:spPr>
        <p:txBody>
          <a:bodyPr/>
          <a:lstStyle/>
          <a:p>
            <a:r>
              <a:t>User → Role Detection → LLM (Gemma via Ollama) → Structured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30045"/>
            <a:ext cx="8229600" cy="1143000"/>
          </a:xfrm>
        </p:spPr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55607"/>
            <a:ext cx="8229600" cy="4525963"/>
          </a:xfrm>
        </p:spPr>
        <p:txBody>
          <a:bodyPr/>
          <a:lstStyle/>
          <a:p>
            <a:r>
              <a:rPr dirty="0"/>
              <a:t>Business Modes</a:t>
            </a:r>
          </a:p>
          <a:p>
            <a:r>
              <a:rPr dirty="0"/>
              <a:t>Context Memory</a:t>
            </a:r>
          </a:p>
          <a:p>
            <a:r>
              <a:rPr dirty="0"/>
              <a:t>Local LLM</a:t>
            </a:r>
          </a:p>
          <a:p>
            <a:r>
              <a:rPr dirty="0"/>
              <a:t>Structured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75619"/>
            <a:ext cx="8229600" cy="1143000"/>
          </a:xfrm>
        </p:spPr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01181"/>
            <a:ext cx="8229600" cy="4525963"/>
          </a:xfrm>
        </p:spPr>
        <p:txBody>
          <a:bodyPr/>
          <a:lstStyle/>
          <a:p>
            <a:r>
              <a:t>Python, LangChain, Ollama, Gemma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877" y="1828135"/>
            <a:ext cx="8229600" cy="1143000"/>
          </a:xfrm>
        </p:spPr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77" y="3153697"/>
            <a:ext cx="8229600" cy="1477297"/>
          </a:xfrm>
        </p:spPr>
        <p:txBody>
          <a:bodyPr/>
          <a:lstStyle/>
          <a:p>
            <a:r>
              <a:rPr dirty="0"/>
              <a:t>Successful structured business intelligence responses.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710" y="2093606"/>
            <a:ext cx="8229600" cy="1143000"/>
          </a:xfrm>
        </p:spPr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710" y="3419169"/>
            <a:ext cx="8229600" cy="1280652"/>
          </a:xfrm>
        </p:spPr>
        <p:txBody>
          <a:bodyPr/>
          <a:lstStyle/>
          <a:p>
            <a:r>
              <a:rPr dirty="0"/>
              <a:t>Demonstrates AI-powered BI using local LLM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80</Words>
  <Application>Microsoft Office PowerPoint</Application>
  <PresentationFormat>On-screen Show (4:3)</PresentationFormat>
  <Paragraphs>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Enabling AI-Powered Business Intelligence</vt:lpstr>
      <vt:lpstr>Problem Statement</vt:lpstr>
      <vt:lpstr>Solution Overview</vt:lpstr>
      <vt:lpstr>System Architecture</vt:lpstr>
      <vt:lpstr>Key Features</vt:lpstr>
      <vt:lpstr>Technologies Used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Nagarjuna Vidyaniketan</cp:lastModifiedBy>
  <cp:revision>2</cp:revision>
  <dcterms:created xsi:type="dcterms:W3CDTF">2013-01-27T09:14:16Z</dcterms:created>
  <dcterms:modified xsi:type="dcterms:W3CDTF">2026-02-11T18:05:16Z</dcterms:modified>
  <cp:category/>
</cp:coreProperties>
</file>
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/>
              <a:t>Banking Customer Support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Developed Using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6475"/>
            <a:ext cx="8229600" cy="1143000"/>
          </a:xfrm>
        </p:spPr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r>
              <a:t>Objective: Build a rule-based AI banking support agent</a:t>
            </a:r>
          </a:p>
          <a:p>
            <a:pPr lvl="1"/>
            <a:r>
              <a:t>Handles customer feedback and ticket queries</a:t>
            </a:r>
          </a:p>
          <a:p>
            <a:pPr lvl="1"/>
            <a:r>
              <a:t>Maintains conversation memory</a:t>
            </a:r>
          </a:p>
          <a:p>
            <a:pPr lvl="1"/>
            <a:r>
              <a:t>Simulates intelligent routing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64573"/>
            <a:ext cx="8229600" cy="1143000"/>
          </a:xfrm>
        </p:spPr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0135"/>
            <a:ext cx="8229600" cy="4525963"/>
          </a:xfrm>
        </p:spPr>
        <p:txBody>
          <a:bodyPr/>
          <a:lstStyle/>
          <a:p>
            <a:r>
              <a:t>Smart Name Recognition (Conversation Memory)</a:t>
            </a:r>
          </a:p>
          <a:p>
            <a:pPr lvl="1"/>
            <a:r>
              <a:t>Automatic Ticket Generation</a:t>
            </a:r>
          </a:p>
          <a:p>
            <a:pPr lvl="1"/>
            <a:r>
              <a:t>Ticket Status Lookup</a:t>
            </a:r>
          </a:p>
          <a:p>
            <a:pPr lvl="1"/>
            <a:r>
              <a:t>Context-Aware Responses</a:t>
            </a:r>
          </a:p>
          <a:p>
            <a:pPr lvl="1"/>
            <a:r>
              <a:t>Modular Agent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79206"/>
            <a:ext cx="8229600" cy="1143000"/>
          </a:xfrm>
        </p:spPr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4768"/>
            <a:ext cx="8229600" cy="4525963"/>
          </a:xfrm>
        </p:spPr>
        <p:txBody>
          <a:bodyPr/>
          <a:lstStyle/>
          <a:p>
            <a:r>
              <a:t>agents.py – Core logic &amp; routing</a:t>
            </a:r>
          </a:p>
          <a:p>
            <a:pPr lvl="1"/>
            <a:r>
              <a:t>database.py – Ticket storage</a:t>
            </a:r>
          </a:p>
          <a:p>
            <a:pPr lvl="1"/>
            <a:r>
              <a:t>Router Function – Directs requests</a:t>
            </a:r>
          </a:p>
          <a:p>
            <a:pPr lvl="1"/>
            <a:r>
              <a:t>Handlers – Feedback &amp; Query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8100"/>
            <a:ext cx="8229600" cy="1143000"/>
          </a:xfrm>
        </p:spPr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3662"/>
            <a:ext cx="8229600" cy="4525963"/>
          </a:xfrm>
        </p:spPr>
        <p:txBody>
          <a:bodyPr/>
          <a:lstStyle/>
          <a:p>
            <a:r>
              <a:t>classify_message() – Categorizes input</a:t>
            </a:r>
          </a:p>
          <a:p>
            <a:pPr lvl="1"/>
            <a:r>
              <a:t>smart_intro() – Detects user name</a:t>
            </a:r>
          </a:p>
          <a:p>
            <a:pPr lvl="1"/>
            <a:r>
              <a:t>feedback_handler() – Handles complaints &amp; appreciation</a:t>
            </a:r>
          </a:p>
          <a:p>
            <a:pPr lvl="1"/>
            <a:r>
              <a:t>query_handler() – Retrieves ticket status</a:t>
            </a:r>
          </a:p>
          <a:p>
            <a:pPr lvl="1"/>
            <a:r>
              <a:t>router() – Central decision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355" y="1228367"/>
            <a:ext cx="8229600" cy="1143000"/>
          </a:xfrm>
        </p:spPr>
        <p:txBody>
          <a:bodyPr/>
          <a:lstStyle/>
          <a:p>
            <a:r>
              <a:t>Conversation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355" y="2553929"/>
            <a:ext cx="8229600" cy="4525963"/>
          </a:xfrm>
        </p:spPr>
        <p:txBody>
          <a:bodyPr/>
          <a:lstStyle/>
          <a:p>
            <a:r>
              <a:t>User enters message</a:t>
            </a:r>
          </a:p>
          <a:p>
            <a:pPr lvl="1"/>
            <a:r>
              <a:t>Router checks introduction</a:t>
            </a:r>
          </a:p>
          <a:p>
            <a:pPr lvl="1"/>
            <a:r>
              <a:t>Classifies message</a:t>
            </a:r>
          </a:p>
          <a:p>
            <a:pPr lvl="1"/>
            <a:r>
              <a:t>Routes to appropriate handler</a:t>
            </a:r>
          </a:p>
          <a:p>
            <a:pPr lvl="1"/>
            <a:r>
              <a:t>Returns structured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74173"/>
            <a:ext cx="8229600" cy="1143000"/>
          </a:xfrm>
        </p:spPr>
        <p:txBody>
          <a:bodyPr/>
          <a:lstStyle/>
          <a:p>
            <a:r>
              <a:t>Advanced Capstone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99735"/>
            <a:ext cx="8229600" cy="4525963"/>
          </a:xfrm>
        </p:spPr>
        <p:txBody>
          <a:bodyPr/>
          <a:lstStyle/>
          <a:p>
            <a:r>
              <a:t>Context Agent for follow-up queries</a:t>
            </a:r>
          </a:p>
          <a:p>
            <a:pPr lvl="1"/>
            <a:r>
              <a:t>Memory-based responses</a:t>
            </a:r>
          </a:p>
          <a:p>
            <a:pPr lvl="1"/>
            <a:r>
              <a:t>Recent ticket recall feature</a:t>
            </a:r>
          </a:p>
          <a:p>
            <a:pPr lvl="1"/>
            <a:r>
              <a:t>Improved modular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5915"/>
            <a:ext cx="8229600" cy="1143000"/>
          </a:xfrm>
        </p:spPr>
        <p:txBody>
          <a:bodyPr/>
          <a:lstStyle/>
          <a:p>
            <a:r>
              <a:t>Sample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1477"/>
            <a:ext cx="8229600" cy="4525963"/>
          </a:xfrm>
        </p:spPr>
        <p:txBody>
          <a:bodyPr/>
          <a:lstStyle/>
          <a:p>
            <a:r>
              <a:t>User: Sneha</a:t>
            </a:r>
          </a:p>
          <a:p>
            <a:pPr lvl="1"/>
            <a:r>
              <a:t>Agent: Nice to meet you, Sneha!</a:t>
            </a:r>
          </a:p>
          <a:p>
            <a:pPr lvl="1"/>
            <a:r>
              <a:t>User: I have a problem with my debit card</a:t>
            </a:r>
          </a:p>
          <a:p>
            <a:pPr lvl="1"/>
            <a:r>
              <a:t>Agent: Ticket #XXXXXX has been created.</a:t>
            </a:r>
          </a:p>
          <a:p>
            <a:pPr lvl="1"/>
            <a:r>
              <a:t>User: What is my latest ticket?</a:t>
            </a:r>
          </a:p>
          <a:p>
            <a:pPr lvl="1"/>
            <a:r>
              <a:t>Agent: Your most recent ticket number is #XXXXXX.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7360"/>
            <a:ext cx="8229600" cy="1143000"/>
          </a:xfrm>
        </p:spPr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12922"/>
            <a:ext cx="8229600" cy="4525963"/>
          </a:xfrm>
        </p:spPr>
        <p:txBody>
          <a:bodyPr/>
          <a:lstStyle/>
          <a:p>
            <a:r>
              <a:t>Python 3.10</a:t>
            </a:r>
          </a:p>
          <a:p>
            <a:pPr lvl="1"/>
            <a:r>
              <a:t>Regular Expressions (re)</a:t>
            </a:r>
          </a:p>
          <a:p>
            <a:pPr lvl="1"/>
            <a:r>
              <a:t>Random Module</a:t>
            </a:r>
          </a:p>
          <a:p>
            <a:pPr lvl="1"/>
            <a:r>
              <a:t>Modular File Structure</a:t>
            </a:r>
          </a:p>
          <a:p>
            <a:pPr lvl="1"/>
            <a:r>
              <a:t>VS Code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87" y="1208703"/>
            <a:ext cx="8229600" cy="1143000"/>
          </a:xfrm>
        </p:spPr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7" y="2534265"/>
            <a:ext cx="8229600" cy="4525963"/>
          </a:xfrm>
        </p:spPr>
        <p:txBody>
          <a:bodyPr/>
          <a:lstStyle/>
          <a:p>
            <a:r>
              <a:t>Database integration (SQLite / MySQL)</a:t>
            </a:r>
          </a:p>
          <a:p>
            <a:pPr lvl="1"/>
            <a:r>
              <a:t>Web interface using Flask</a:t>
            </a:r>
          </a:p>
          <a:p>
            <a:pPr lvl="1"/>
            <a:r>
              <a:t>NLP enhancement</a:t>
            </a:r>
          </a:p>
          <a:p>
            <a:pPr lvl="1"/>
            <a:r>
              <a:t>Machine Learning classification</a:t>
            </a:r>
          </a:p>
          <a:p>
            <a:pPr lvl="1"/>
            <a:r>
              <a:t>Deployment to cloud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58" y="1257864"/>
            <a:ext cx="8229600" cy="1143000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2583426"/>
            <a:ext cx="8229600" cy="4525963"/>
          </a:xfrm>
        </p:spPr>
        <p:txBody>
          <a:bodyPr/>
          <a:lstStyle/>
          <a:p>
            <a:r>
              <a:t>Successfully built modular AI banking agent</a:t>
            </a:r>
          </a:p>
          <a:p>
            <a:pPr lvl="1"/>
            <a:r>
              <a:t>Implements routing &amp; conversation memory</a:t>
            </a:r>
          </a:p>
          <a:p>
            <a:pPr lvl="1"/>
            <a:r>
              <a:t>Scalable architecture for real-world expansion</a:t>
            </a:r>
          </a:p>
          <a:p>
            <a:pPr lvl="1"/>
            <a:r>
              <a:t>Ready for advanced AI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269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Banking Customer Support AI Agent</vt:lpstr>
      <vt:lpstr>Project Overview</vt:lpstr>
      <vt:lpstr>Key Features</vt:lpstr>
      <vt:lpstr>System Architecture</vt:lpstr>
      <vt:lpstr>Core Components</vt:lpstr>
      <vt:lpstr>Conversation Flow</vt:lpstr>
      <vt:lpstr>Advanced Capstone Enhancements</vt:lpstr>
      <vt:lpstr>Sample Interaction</vt:lpstr>
      <vt:lpstr>Technologies Used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ATL01</dc:creator>
  <cp:keywords/>
  <dc:description>generated using python-pptx</dc:description>
  <cp:lastModifiedBy>Nagarjuna Vidyaniketan</cp:lastModifiedBy>
  <cp:revision>2</cp:revision>
  <dcterms:created xsi:type="dcterms:W3CDTF">2013-01-27T09:14:16Z</dcterms:created>
  <dcterms:modified xsi:type="dcterms:W3CDTF">2026-02-12T17:31:21Z</dcterms:modified>
  <cp:category/>
</cp:coreProperties>
</file>